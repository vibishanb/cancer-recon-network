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E19542-88CF-4CC7-8A30-6BAA3273E0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5FAA8B-94FA-48A3-9348-1D47A8E9B7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8077A43-2E1D-48A1-991A-282A576A416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Upta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ke-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secre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tion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netw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ork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mode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Power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law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consump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tion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pattern of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metabolit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es in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cancer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Updates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as of 20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Jun 2025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Vibishan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Description of plots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99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Correlation b/w experimentally measured and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model-predicted extracellular metabolome for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all cell lines from Jain et al.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Heatmaps: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Pearson’s coefficient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Final cell number (for 1-celltype) and frequency of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most abundant cell type (for 2- or more celltypes)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Slope of the measured vs predicted metabolome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regression (ignore the figure title that says diet vs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metabolome)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Intercept of the same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All of the above plots with and without the in-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degree assumption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29560" y="22539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1-celltype, with in-degree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-221400" y="228600"/>
            <a:ext cx="5257800" cy="5257800"/>
          </a:xfrm>
          <a:prstGeom prst="rect">
            <a:avLst/>
          </a:prstGeom>
          <a:ln w="0">
            <a:noFill/>
          </a:ln>
        </p:spPr>
      </p:pic>
      <p:pic>
        <p:nvPicPr>
          <p:cNvPr id="15" name="" descr=""/>
          <p:cNvPicPr/>
          <p:nvPr/>
        </p:nvPicPr>
        <p:blipFill>
          <a:blip r:embed="rId2"/>
          <a:stretch/>
        </p:blipFill>
        <p:spPr>
          <a:xfrm>
            <a:off x="4800600" y="228600"/>
            <a:ext cx="5279400" cy="5279400"/>
          </a:xfrm>
          <a:prstGeom prst="rect">
            <a:avLst/>
          </a:prstGeom>
          <a:ln w="0">
            <a:noFill/>
          </a:ln>
        </p:spPr>
      </p:pic>
      <p:sp>
        <p:nvSpPr>
          <p:cNvPr id="16" name=""/>
          <p:cNvSpPr txBox="1"/>
          <p:nvPr/>
        </p:nvSpPr>
        <p:spPr>
          <a:xfrm>
            <a:off x="1600200" y="151560"/>
            <a:ext cx="1616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Static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550920" y="151560"/>
            <a:ext cx="1907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343400" y="228600"/>
            <a:ext cx="10753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 = 0.775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1600200" y="151560"/>
            <a:ext cx="1616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Static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550920" y="151560"/>
            <a:ext cx="1907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5257800" y="457200"/>
            <a:ext cx="5029200" cy="5029200"/>
          </a:xfrm>
          <a:prstGeom prst="rect">
            <a:avLst/>
          </a:prstGeom>
          <a:ln w="0">
            <a:noFill/>
          </a:ln>
        </p:spPr>
      </p:pic>
      <p:pic>
        <p:nvPicPr>
          <p:cNvPr id="22" name="" descr=""/>
          <p:cNvPicPr/>
          <p:nvPr/>
        </p:nvPicPr>
        <p:blipFill>
          <a:blip r:embed="rId2"/>
          <a:stretch/>
        </p:blipFill>
        <p:spPr>
          <a:xfrm>
            <a:off x="278280" y="574920"/>
            <a:ext cx="4979520" cy="497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 txBox="1"/>
          <p:nvPr/>
        </p:nvSpPr>
        <p:spPr>
          <a:xfrm>
            <a:off x="1600200" y="151560"/>
            <a:ext cx="1616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Static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550920" y="151560"/>
            <a:ext cx="1907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278280" y="506880"/>
            <a:ext cx="5208120" cy="5208120"/>
          </a:xfrm>
          <a:prstGeom prst="rect">
            <a:avLst/>
          </a:prstGeom>
          <a:ln w="0">
            <a:noFill/>
          </a:ln>
        </p:spPr>
      </p:pic>
      <p:pic>
        <p:nvPicPr>
          <p:cNvPr id="26" name="" descr=""/>
          <p:cNvPicPr/>
          <p:nvPr/>
        </p:nvPicPr>
        <p:blipFill>
          <a:blip r:embed="rId2"/>
          <a:stretch/>
        </p:blipFill>
        <p:spPr>
          <a:xfrm>
            <a:off x="5029200" y="574920"/>
            <a:ext cx="5208120" cy="520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29560" y="22539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1-celltype, no in-degree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 txBox="1"/>
          <p:nvPr/>
        </p:nvSpPr>
        <p:spPr>
          <a:xfrm>
            <a:off x="1600200" y="151560"/>
            <a:ext cx="1616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Static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550920" y="151560"/>
            <a:ext cx="1907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343400" y="228600"/>
            <a:ext cx="10753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 = 0.775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228600" y="506880"/>
            <a:ext cx="4979520" cy="4979520"/>
          </a:xfrm>
          <a:prstGeom prst="rect">
            <a:avLst/>
          </a:prstGeom>
          <a:ln w="0">
            <a:noFill/>
          </a:ln>
        </p:spPr>
      </p:pic>
      <p:pic>
        <p:nvPicPr>
          <p:cNvPr id="32" name="" descr=""/>
          <p:cNvPicPr/>
          <p:nvPr/>
        </p:nvPicPr>
        <p:blipFill>
          <a:blip r:embed="rId2"/>
          <a:stretch/>
        </p:blipFill>
        <p:spPr>
          <a:xfrm>
            <a:off x="5257800" y="685800"/>
            <a:ext cx="4572000" cy="457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 txBox="1"/>
          <p:nvPr/>
        </p:nvSpPr>
        <p:spPr>
          <a:xfrm>
            <a:off x="1600200" y="151560"/>
            <a:ext cx="1616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Static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550920" y="151560"/>
            <a:ext cx="1907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306360" y="485280"/>
            <a:ext cx="5180040" cy="5180040"/>
          </a:xfrm>
          <a:prstGeom prst="rect">
            <a:avLst/>
          </a:prstGeom>
          <a:ln w="0">
            <a:noFill/>
          </a:ln>
        </p:spPr>
      </p:pic>
      <p:pic>
        <p:nvPicPr>
          <p:cNvPr id="36" name="" descr=""/>
          <p:cNvPicPr/>
          <p:nvPr/>
        </p:nvPicPr>
        <p:blipFill>
          <a:blip r:embed="rId2"/>
          <a:stretch/>
        </p:blipFill>
        <p:spPr>
          <a:xfrm>
            <a:off x="5257800" y="685800"/>
            <a:ext cx="4640400" cy="464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 txBox="1"/>
          <p:nvPr/>
        </p:nvSpPr>
        <p:spPr>
          <a:xfrm>
            <a:off x="1600200" y="151560"/>
            <a:ext cx="1616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Static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6550920" y="151560"/>
            <a:ext cx="1907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228600" y="685800"/>
            <a:ext cx="4979520" cy="4979520"/>
          </a:xfrm>
          <a:prstGeom prst="rect">
            <a:avLst/>
          </a:prstGeom>
          <a:ln w="0">
            <a:noFill/>
          </a:ln>
        </p:spPr>
      </p:pic>
      <p:pic>
        <p:nvPicPr>
          <p:cNvPr id="40" name="" descr=""/>
          <p:cNvPicPr/>
          <p:nvPr/>
        </p:nvPicPr>
        <p:blipFill>
          <a:blip r:embed="rId2"/>
          <a:stretch/>
        </p:blipFill>
        <p:spPr>
          <a:xfrm>
            <a:off x="4946040" y="685800"/>
            <a:ext cx="4883760" cy="488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29560" y="2286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2-celltypes, with in-degree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 txBox="1"/>
          <p:nvPr/>
        </p:nvSpPr>
        <p:spPr>
          <a:xfrm>
            <a:off x="1600200" y="151560"/>
            <a:ext cx="1616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Static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550920" y="151560"/>
            <a:ext cx="1907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4343400" y="228600"/>
            <a:ext cx="10753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 = 0.775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228600" y="685800"/>
            <a:ext cx="4572000" cy="4572000"/>
          </a:xfrm>
          <a:prstGeom prst="rect">
            <a:avLst/>
          </a:prstGeom>
          <a:ln w="0">
            <a:noFill/>
          </a:ln>
        </p:spPr>
      </p:pic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4800600" y="574920"/>
            <a:ext cx="4979880" cy="497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1600200" y="151560"/>
            <a:ext cx="1616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Static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550920" y="151560"/>
            <a:ext cx="1907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506520" y="457200"/>
            <a:ext cx="4979880" cy="4979880"/>
          </a:xfrm>
          <a:prstGeom prst="rect">
            <a:avLst/>
          </a:prstGeom>
          <a:ln w="0">
            <a:noFill/>
          </a:ln>
        </p:spPr>
      </p:pic>
      <p:pic>
        <p:nvPicPr>
          <p:cNvPr id="50" name="" descr=""/>
          <p:cNvPicPr/>
          <p:nvPr/>
        </p:nvPicPr>
        <p:blipFill>
          <a:blip r:embed="rId2"/>
          <a:stretch/>
        </p:blipFill>
        <p:spPr>
          <a:xfrm>
            <a:off x="5257800" y="506880"/>
            <a:ext cx="4750920" cy="475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1"/>
          <p:nvPr/>
        </p:nvSpPr>
        <p:spPr>
          <a:xfrm>
            <a:off x="1600200" y="151560"/>
            <a:ext cx="1616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Static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550920" y="151560"/>
            <a:ext cx="1907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506520" y="685800"/>
            <a:ext cx="4751280" cy="4751280"/>
          </a:xfrm>
          <a:prstGeom prst="rect">
            <a:avLst/>
          </a:prstGeom>
          <a:ln w="0">
            <a:noFill/>
          </a:ln>
        </p:spPr>
      </p:pic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5078520" y="735120"/>
            <a:ext cx="4751280" cy="475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29560" y="1364400"/>
            <a:ext cx="90716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2-celltypes, no in-degree</a:t>
            </a:r>
            <a:br>
              <a:rPr sz="4400"/>
            </a:b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(some debugging remaining for random networks)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1600200" y="151560"/>
            <a:ext cx="1616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Static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550920" y="151560"/>
            <a:ext cx="1907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343400" y="228600"/>
            <a:ext cx="10753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 = 0.775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502560" y="685800"/>
            <a:ext cx="4755240" cy="475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 txBox="1"/>
          <p:nvPr/>
        </p:nvSpPr>
        <p:spPr>
          <a:xfrm>
            <a:off x="1600200" y="151560"/>
            <a:ext cx="1616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Static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550920" y="151560"/>
            <a:ext cx="1907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506520" y="685800"/>
            <a:ext cx="4979880" cy="497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 txBox="1"/>
          <p:nvPr/>
        </p:nvSpPr>
        <p:spPr>
          <a:xfrm>
            <a:off x="1600200" y="151560"/>
            <a:ext cx="1616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Static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6550920" y="151560"/>
            <a:ext cx="1907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506520" y="685800"/>
            <a:ext cx="4751280" cy="475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2025-06-20T21:17:15Z</dcterms:created>
  <dc:creator/>
  <dc:description/>
  <dc:language>en-US</dc:language>
  <cp:lastModifiedBy/>
  <dcterms:modified xsi:type="dcterms:W3CDTF">2025-06-20T21:38:31Z</dcterms:modified>
  <cp:revision>11</cp:revision>
  <dc:subject/>
  <dc:title/>
</cp:coreProperties>
</file>